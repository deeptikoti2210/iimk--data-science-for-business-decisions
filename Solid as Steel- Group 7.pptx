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8" r:id="rId6"/>
    <p:sldId id="2443" r:id="rId7"/>
    <p:sldId id="2445" r:id="rId8"/>
    <p:sldId id="2446" r:id="rId9"/>
    <p:sldId id="2447" r:id="rId10"/>
    <p:sldId id="2448" r:id="rId11"/>
    <p:sldId id="2450" r:id="rId12"/>
    <p:sldId id="244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F400"/>
    <a:srgbClr val="05EE55"/>
    <a:srgbClr val="038B30"/>
    <a:srgbClr val="2F3342"/>
    <a:srgbClr val="05D74D"/>
    <a:srgbClr val="663300"/>
    <a:srgbClr val="04C0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4948" autoAdjust="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54265FD-4E3F-4008-BF0D-92438DDF38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11FABC-D2A4-4DDD-AE15-415703DDD3E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CB9CF0-A540-4793-A5F3-F4917CFDDCB6}" type="datetimeFigureOut">
              <a:rPr lang="en-US" smtClean="0"/>
              <a:t>3/27/2024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EBBAB0-AE2E-4EA6-BE3D-A8C4DA4007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1D462F-4914-49FC-A851-7FFFE9D6E8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422B72-BD1C-4F41-B10E-CA0BEB1790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9076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A03753-A5BE-4D79-AEA9-C0A65A6F8851}" type="datetimeFigureOut">
              <a:rPr lang="en-US" smtClean="0"/>
              <a:t>3/27/2024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3BE989-76B8-4F13-9267-01FDA45C43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730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9FB41AE7-07AD-43D7-9418-6D32BE5E319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71015" y="0"/>
            <a:ext cx="12263015" cy="6858000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46D6A0C-E2C3-43CB-83D0-B5F6221079CA}"/>
              </a:ext>
            </a:extLst>
          </p:cNvPr>
          <p:cNvGrpSpPr/>
          <p:nvPr userDrawn="1"/>
        </p:nvGrpSpPr>
        <p:grpSpPr>
          <a:xfrm flipH="1">
            <a:off x="2076202" y="1374276"/>
            <a:ext cx="7324426" cy="3883523"/>
            <a:chOff x="252031" y="-22763"/>
            <a:chExt cx="7324426" cy="7269964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DC96296-0FBF-47A5-9D6A-5D9BB647A4D7}"/>
                </a:ext>
              </a:extLst>
            </p:cNvPr>
            <p:cNvSpPr/>
            <p:nvPr userDrawn="1"/>
          </p:nvSpPr>
          <p:spPr>
            <a:xfrm>
              <a:off x="979714" y="1181211"/>
              <a:ext cx="6117771" cy="6065990"/>
            </a:xfrm>
            <a:prstGeom prst="rect">
              <a:avLst/>
            </a:prstGeom>
            <a:gradFill>
              <a:gsLst>
                <a:gs pos="0">
                  <a:srgbClr val="038B30">
                    <a:alpha val="70000"/>
                  </a:srgbClr>
                </a:gs>
                <a:gs pos="100000">
                  <a:srgbClr val="C0F400">
                    <a:alpha val="70000"/>
                  </a:srgbClr>
                </a:gs>
                <a:gs pos="50000">
                  <a:srgbClr val="05EE55">
                    <a:alpha val="70000"/>
                  </a:srgb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997D03F-0BE2-458F-92A2-4FE73B0FBF51}"/>
                </a:ext>
              </a:extLst>
            </p:cNvPr>
            <p:cNvSpPr/>
            <p:nvPr userDrawn="1"/>
          </p:nvSpPr>
          <p:spPr>
            <a:xfrm>
              <a:off x="500743" y="-22763"/>
              <a:ext cx="7075714" cy="5878284"/>
            </a:xfrm>
            <a:prstGeom prst="rect">
              <a:avLst/>
            </a:prstGeom>
            <a:noFill/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3F17719-10FE-433E-9CCC-4509DE17F22A}"/>
                </a:ext>
              </a:extLst>
            </p:cNvPr>
            <p:cNvSpPr/>
            <p:nvPr userDrawn="1"/>
          </p:nvSpPr>
          <p:spPr>
            <a:xfrm>
              <a:off x="252031" y="655467"/>
              <a:ext cx="6475341" cy="5701790"/>
            </a:xfrm>
            <a:prstGeom prst="rect">
              <a:avLst/>
            </a:prstGeom>
            <a:solidFill>
              <a:srgbClr val="2F33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E73F1A-AAF0-4EB4-8DF0-C152BD93C69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91372" y="2238426"/>
            <a:ext cx="6609256" cy="1508126"/>
          </a:xfrm>
        </p:spPr>
        <p:txBody>
          <a:bodyPr anchor="b">
            <a:normAutofit/>
          </a:bodyPr>
          <a:lstStyle>
            <a:lvl1pPr algn="ctr">
              <a:defRPr sz="44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075AE6-92D3-4205-B268-E1AD6C5901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91372" y="3838627"/>
            <a:ext cx="6609256" cy="450503"/>
          </a:xfrm>
        </p:spPr>
        <p:txBody>
          <a:bodyPr/>
          <a:lstStyle>
            <a:lvl1pPr marL="0" indent="0" algn="ctr">
              <a:buNone/>
              <a:defRPr sz="2400" spc="3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861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FE1CFFBA-D756-4740-B375-252727F02D1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264229" y="0"/>
            <a:ext cx="4919153" cy="6858000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2DCA22-1DF2-42CB-8741-F0CE575EA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804" y="1676400"/>
            <a:ext cx="5196241" cy="3352800"/>
          </a:xfrm>
        </p:spPr>
        <p:txBody>
          <a:bodyPr>
            <a:normAutofit/>
          </a:bodyPr>
          <a:lstStyle>
            <a:lvl1pPr>
              <a:defRPr sz="4400" b="1" spc="3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D89F3-6B87-4C54-83B9-A6481CB4F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9394" y="365125"/>
            <a:ext cx="4114801" cy="58118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79D679C-E90D-4916-BCE6-71C32B831E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9938" y="1088572"/>
            <a:ext cx="4572000" cy="457200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C200B3-102B-4BB6-AEB0-D99EE027F09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50C90-6D4A-4D50-B15D-91C587AABC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762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FE1CFFBA-D756-4740-B375-252727F02D1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264229" y="0"/>
            <a:ext cx="9927771" cy="6858000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9325050-38BE-4AB2-B450-8DC9C0EDD386}"/>
              </a:ext>
            </a:extLst>
          </p:cNvPr>
          <p:cNvGrpSpPr/>
          <p:nvPr userDrawn="1"/>
        </p:nvGrpSpPr>
        <p:grpSpPr>
          <a:xfrm>
            <a:off x="883522" y="408327"/>
            <a:ext cx="5276606" cy="5768636"/>
            <a:chOff x="883522" y="408327"/>
            <a:chExt cx="5276606" cy="576863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D68A4CE-A5FD-4656-82E1-43D586CC441E}"/>
                </a:ext>
              </a:extLst>
            </p:cNvPr>
            <p:cNvSpPr/>
            <p:nvPr/>
          </p:nvSpPr>
          <p:spPr>
            <a:xfrm>
              <a:off x="1808217" y="1403690"/>
              <a:ext cx="4351911" cy="4773273"/>
            </a:xfrm>
            <a:prstGeom prst="rect">
              <a:avLst/>
            </a:prstGeom>
            <a:gradFill>
              <a:gsLst>
                <a:gs pos="0">
                  <a:srgbClr val="038B30">
                    <a:alpha val="70000"/>
                  </a:srgbClr>
                </a:gs>
                <a:gs pos="100000">
                  <a:srgbClr val="C0F400">
                    <a:alpha val="70000"/>
                  </a:srgbClr>
                </a:gs>
                <a:gs pos="50000">
                  <a:srgbClr val="05EE55">
                    <a:alpha val="70000"/>
                  </a:srgb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E66B1E37-8CEC-44ED-A239-C755B72AC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39938" y="1088572"/>
              <a:ext cx="4572000" cy="4572000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7E28405-97F5-4E03-86F1-FAE2FEA6CFF8}"/>
                </a:ext>
              </a:extLst>
            </p:cNvPr>
            <p:cNvSpPr/>
            <p:nvPr/>
          </p:nvSpPr>
          <p:spPr>
            <a:xfrm>
              <a:off x="883522" y="408327"/>
              <a:ext cx="4351911" cy="4773273"/>
            </a:xfrm>
            <a:prstGeom prst="rect">
              <a:avLst/>
            </a:prstGeom>
            <a:solidFill>
              <a:srgbClr val="2F33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719FCC9B-E3B8-49CF-BD22-D553FFAAE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01775"/>
            <a:ext cx="4351911" cy="2384466"/>
          </a:xfrm>
        </p:spPr>
        <p:txBody>
          <a:bodyPr>
            <a:normAutofit/>
          </a:bodyPr>
          <a:lstStyle>
            <a:lvl1pPr algn="ctr">
              <a:defRPr sz="4400" b="1" spc="3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F21EA87-CE67-4A1E-B2E0-513F775C76A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199" y="3886241"/>
            <a:ext cx="4351910" cy="296437"/>
          </a:xfrm>
        </p:spPr>
        <p:txBody>
          <a:bodyPr lIns="0" rIns="0">
            <a:noAutofit/>
          </a:bodyPr>
          <a:lstStyle>
            <a:lvl1pPr marL="0" indent="0" algn="ctr">
              <a:buNone/>
              <a:defRPr sz="2000" spc="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ADF661-E593-4423-A8A8-F22C943907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BD6A50-BDFC-4B4C-9D3B-53B545F5318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143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B599FEC8-12D0-4EB5-8573-C891D56C84E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71015" y="0"/>
            <a:ext cx="12263015" cy="6858000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BF3BF7F-F094-497C-9310-2FE8B059E82B}"/>
              </a:ext>
            </a:extLst>
          </p:cNvPr>
          <p:cNvGrpSpPr/>
          <p:nvPr userDrawn="1"/>
        </p:nvGrpSpPr>
        <p:grpSpPr>
          <a:xfrm flipH="1" flipV="1">
            <a:off x="3581400" y="451189"/>
            <a:ext cx="5276606" cy="5768636"/>
            <a:chOff x="883522" y="408327"/>
            <a:chExt cx="5276606" cy="576863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D49E498-4E90-44A2-B49F-157DFF9E8581}"/>
                </a:ext>
              </a:extLst>
            </p:cNvPr>
            <p:cNvSpPr/>
            <p:nvPr/>
          </p:nvSpPr>
          <p:spPr>
            <a:xfrm>
              <a:off x="1808217" y="1403690"/>
              <a:ext cx="4351911" cy="4773273"/>
            </a:xfrm>
            <a:prstGeom prst="rect">
              <a:avLst/>
            </a:prstGeom>
            <a:gradFill>
              <a:gsLst>
                <a:gs pos="0">
                  <a:srgbClr val="038B30">
                    <a:alpha val="70000"/>
                  </a:srgbClr>
                </a:gs>
                <a:gs pos="100000">
                  <a:srgbClr val="C0F400">
                    <a:alpha val="70000"/>
                  </a:srgbClr>
                </a:gs>
                <a:gs pos="50000">
                  <a:srgbClr val="05EE55">
                    <a:alpha val="70000"/>
                  </a:srgb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B2D9F108-8C30-4BEC-8122-BE2632644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39938" y="1088572"/>
              <a:ext cx="4572000" cy="4572000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AB546B5-7C56-40DD-B1DF-AE850DE5FDB3}"/>
                </a:ext>
              </a:extLst>
            </p:cNvPr>
            <p:cNvSpPr/>
            <p:nvPr/>
          </p:nvSpPr>
          <p:spPr>
            <a:xfrm>
              <a:off x="883522" y="408327"/>
              <a:ext cx="4351911" cy="4773273"/>
            </a:xfrm>
            <a:prstGeom prst="rect">
              <a:avLst/>
            </a:prstGeom>
            <a:solidFill>
              <a:srgbClr val="2F33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4C30FD01-9DD8-4ECA-AC52-7C41002A9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6095" y="1742989"/>
            <a:ext cx="4351911" cy="3352800"/>
          </a:xfrm>
        </p:spPr>
        <p:txBody>
          <a:bodyPr>
            <a:normAutofit/>
          </a:bodyPr>
          <a:lstStyle>
            <a:lvl1pPr algn="ctr">
              <a:defRPr sz="4400" b="1" spc="3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4491700-C4EB-4143-ACD3-DE153BF9DD9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506094" y="4127455"/>
            <a:ext cx="4351910" cy="296437"/>
          </a:xfrm>
        </p:spPr>
        <p:txBody>
          <a:bodyPr lIns="0" rIns="0">
            <a:noAutofit/>
          </a:bodyPr>
          <a:lstStyle>
            <a:lvl1pPr marL="0" indent="0" algn="ctr">
              <a:buNone/>
              <a:defRPr sz="2000" spc="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5F17219-39C2-44C1-BFC9-BA0D7ACD78D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87118E-1B0A-407B-BDCE-B343BC9F92E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5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C3A4379-5E89-42FE-AA5C-BEA0CDFCDD6F}"/>
              </a:ext>
            </a:extLst>
          </p:cNvPr>
          <p:cNvSpPr/>
          <p:nvPr userDrawn="1"/>
        </p:nvSpPr>
        <p:spPr>
          <a:xfrm>
            <a:off x="4887684" y="1431586"/>
            <a:ext cx="2873833" cy="5426414"/>
          </a:xfrm>
          <a:prstGeom prst="rect">
            <a:avLst/>
          </a:prstGeom>
          <a:gradFill>
            <a:gsLst>
              <a:gs pos="0">
                <a:srgbClr val="038B30">
                  <a:alpha val="70000"/>
                </a:srgbClr>
              </a:gs>
              <a:gs pos="100000">
                <a:srgbClr val="C0F400">
                  <a:alpha val="70000"/>
                </a:srgbClr>
              </a:gs>
              <a:gs pos="50000">
                <a:srgbClr val="05EE55">
                  <a:alpha val="7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8A5A1-070F-43C9-B2D5-C557B0D72B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3882" y="1061132"/>
            <a:ext cx="3464717" cy="823912"/>
          </a:xfrm>
          <a:ln>
            <a:noFill/>
          </a:ln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CCBEC1-2F48-4E90-ADF0-BEE2B9E477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3882" y="2108201"/>
            <a:ext cx="3464717" cy="368458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600">
                <a:solidFill>
                  <a:schemeClr val="bg1"/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defRPr sz="12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defRPr sz="11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67F380C-58A9-4490-AC57-579A90290F3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153400" y="1061132"/>
            <a:ext cx="3464717" cy="823912"/>
          </a:xfrm>
          <a:ln>
            <a:noFill/>
          </a:ln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A285A94-0E4E-47DC-8E61-41F684F3700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153400" y="2108201"/>
            <a:ext cx="3464717" cy="368458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600">
                <a:solidFill>
                  <a:schemeClr val="bg1"/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defRPr sz="12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defRPr sz="11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DCBFD0-7AE5-4346-AD3A-01F956626091}"/>
              </a:ext>
            </a:extLst>
          </p:cNvPr>
          <p:cNvSpPr/>
          <p:nvPr userDrawn="1"/>
        </p:nvSpPr>
        <p:spPr>
          <a:xfrm>
            <a:off x="4430484" y="0"/>
            <a:ext cx="2873833" cy="5426414"/>
          </a:xfrm>
          <a:prstGeom prst="rect">
            <a:avLst/>
          </a:prstGeom>
          <a:noFill/>
          <a:ln w="889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354FBDC8-CD65-4972-A821-C25297B1A8A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59082" y="489291"/>
            <a:ext cx="2873833" cy="5920920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1F4A2F-9480-4E94-806C-5D65C71DF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884" y="0"/>
            <a:ext cx="3834596" cy="1124404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DA028-023B-4883-9A48-70FD7A2E522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AA6DE-6D7A-4135-8B9F-99A91527F21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742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BD40C7A-92CE-46D6-B056-C75D73663328}"/>
              </a:ext>
            </a:extLst>
          </p:cNvPr>
          <p:cNvSpPr/>
          <p:nvPr userDrawn="1"/>
        </p:nvSpPr>
        <p:spPr>
          <a:xfrm>
            <a:off x="609600" y="391887"/>
            <a:ext cx="7075714" cy="5878284"/>
          </a:xfrm>
          <a:prstGeom prst="rect">
            <a:avLst/>
          </a:prstGeom>
          <a:noFill/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877C5F-FF39-4400-9C13-0D7F04A0C78F}"/>
              </a:ext>
            </a:extLst>
          </p:cNvPr>
          <p:cNvSpPr/>
          <p:nvPr userDrawn="1"/>
        </p:nvSpPr>
        <p:spPr>
          <a:xfrm>
            <a:off x="6727371" y="54430"/>
            <a:ext cx="1238278" cy="65531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E90E16-AEC5-4F82-85B0-DDEA26AA93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097484" y="0"/>
            <a:ext cx="5094515" cy="6858000"/>
          </a:xfrm>
          <a:solidFill>
            <a:schemeClr val="bg1">
              <a:lumMod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1A2116-206B-49CD-9ECC-078E4F72904C}"/>
              </a:ext>
            </a:extLst>
          </p:cNvPr>
          <p:cNvSpPr/>
          <p:nvPr userDrawn="1"/>
        </p:nvSpPr>
        <p:spPr>
          <a:xfrm>
            <a:off x="979713" y="1181214"/>
            <a:ext cx="6117771" cy="5426414"/>
          </a:xfrm>
          <a:prstGeom prst="rect">
            <a:avLst/>
          </a:prstGeom>
          <a:gradFill>
            <a:gsLst>
              <a:gs pos="0">
                <a:srgbClr val="038B30">
                  <a:alpha val="70000"/>
                </a:srgbClr>
              </a:gs>
              <a:gs pos="100000">
                <a:srgbClr val="C0F400">
                  <a:alpha val="70000"/>
                </a:srgbClr>
              </a:gs>
              <a:gs pos="50000">
                <a:srgbClr val="05EE55">
                  <a:alpha val="7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9E75A6-06C5-49D0-9164-3098CE0E53D8}"/>
              </a:ext>
            </a:extLst>
          </p:cNvPr>
          <p:cNvSpPr/>
          <p:nvPr userDrawn="1"/>
        </p:nvSpPr>
        <p:spPr>
          <a:xfrm>
            <a:off x="957943" y="655467"/>
            <a:ext cx="5769428" cy="5701790"/>
          </a:xfrm>
          <a:prstGeom prst="rect">
            <a:avLst/>
          </a:prstGeom>
          <a:solidFill>
            <a:srgbClr val="2F3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7F3105-8D8F-4FF3-9A7F-0F067BB810A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1E2B8D-1C12-403F-BE59-ECC565466C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57943" y="2546851"/>
            <a:ext cx="5138057" cy="3396749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F0F519-65FC-434F-8F2F-F778A20A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943" y="1480457"/>
            <a:ext cx="5138057" cy="979308"/>
          </a:xfrm>
        </p:spPr>
        <p:txBody>
          <a:bodyPr anchor="b"/>
          <a:lstStyle>
            <a:lvl1pPr>
              <a:defRPr sz="32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117255-8347-4647-9EA2-7ED06A73C1A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251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2E9CCD-6BB8-4209-A6BA-85186795608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00191" y="470641"/>
            <a:ext cx="5220309" cy="591671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E8CB484-5390-4B2F-9BFB-D0733BEE88A5}"/>
              </a:ext>
            </a:extLst>
          </p:cNvPr>
          <p:cNvGrpSpPr/>
          <p:nvPr userDrawn="1"/>
        </p:nvGrpSpPr>
        <p:grpSpPr>
          <a:xfrm>
            <a:off x="657060" y="435124"/>
            <a:ext cx="5134751" cy="6215741"/>
            <a:chOff x="252031" y="391887"/>
            <a:chExt cx="7433283" cy="621574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8354BDC-9788-4AB5-A841-99D95C68804F}"/>
                </a:ext>
              </a:extLst>
            </p:cNvPr>
            <p:cNvSpPr/>
            <p:nvPr userDrawn="1"/>
          </p:nvSpPr>
          <p:spPr>
            <a:xfrm>
              <a:off x="979713" y="1181214"/>
              <a:ext cx="6117771" cy="5426414"/>
            </a:xfrm>
            <a:prstGeom prst="rect">
              <a:avLst/>
            </a:prstGeom>
            <a:gradFill>
              <a:gsLst>
                <a:gs pos="0">
                  <a:srgbClr val="038B30">
                    <a:alpha val="70000"/>
                  </a:srgbClr>
                </a:gs>
                <a:gs pos="100000">
                  <a:srgbClr val="C0F400">
                    <a:alpha val="70000"/>
                  </a:srgbClr>
                </a:gs>
                <a:gs pos="50000">
                  <a:srgbClr val="05EE55">
                    <a:alpha val="70000"/>
                  </a:srgb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6778BD9-B865-4156-B319-6A8242F0D4D5}"/>
                </a:ext>
              </a:extLst>
            </p:cNvPr>
            <p:cNvSpPr/>
            <p:nvPr userDrawn="1"/>
          </p:nvSpPr>
          <p:spPr>
            <a:xfrm>
              <a:off x="609600" y="391887"/>
              <a:ext cx="7075714" cy="5878284"/>
            </a:xfrm>
            <a:prstGeom prst="rect">
              <a:avLst/>
            </a:prstGeom>
            <a:noFill/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EB70006-7799-4F63-912B-45662CE14500}"/>
                </a:ext>
              </a:extLst>
            </p:cNvPr>
            <p:cNvSpPr/>
            <p:nvPr userDrawn="1"/>
          </p:nvSpPr>
          <p:spPr>
            <a:xfrm>
              <a:off x="252031" y="655467"/>
              <a:ext cx="6475341" cy="5701790"/>
            </a:xfrm>
            <a:prstGeom prst="rect">
              <a:avLst/>
            </a:prstGeom>
            <a:solidFill>
              <a:srgbClr val="2F33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9167" y="1099002"/>
            <a:ext cx="4226024" cy="573989"/>
          </a:xfrm>
        </p:spPr>
        <p:txBody>
          <a:bodyPr lIns="0" rIns="0">
            <a:noAutofit/>
          </a:bodyPr>
          <a:lstStyle>
            <a:lvl1pPr>
              <a:defRPr sz="3200" b="1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167" y="2145234"/>
            <a:ext cx="4226024" cy="3857329"/>
          </a:xfrm>
        </p:spPr>
        <p:txBody>
          <a:bodyPr lIns="0" rIns="0">
            <a:normAutofit/>
          </a:bodyPr>
          <a:lstStyle>
            <a:lvl1pPr>
              <a:lnSpc>
                <a:spcPct val="150000"/>
              </a:lnSpc>
              <a:defRPr sz="1600">
                <a:solidFill>
                  <a:schemeClr val="bg1"/>
                </a:solidFill>
              </a:defRPr>
            </a:lvl1pPr>
            <a:lvl2pPr>
              <a:lnSpc>
                <a:spcPct val="150000"/>
              </a:lnSpc>
              <a:defRPr sz="16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CAAB964-0A56-4842-AA82-7610F726CD1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11804" y="1737564"/>
            <a:ext cx="4197802" cy="407670"/>
          </a:xfrm>
        </p:spPr>
        <p:txBody>
          <a:bodyPr lIns="0" rIns="0">
            <a:noAutofit/>
          </a:bodyPr>
          <a:lstStyle>
            <a:lvl1pPr marL="0" indent="0">
              <a:buNone/>
              <a:defRPr sz="2000" spc="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11BA1-4F61-4FA7-9C20-685B3689CAE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EF357A5-40C6-41A4-B1BE-0AF78D459A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789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846D6A0C-E2C3-43CB-83D0-B5F6221079CA}"/>
              </a:ext>
            </a:extLst>
          </p:cNvPr>
          <p:cNvGrpSpPr/>
          <p:nvPr userDrawn="1"/>
        </p:nvGrpSpPr>
        <p:grpSpPr>
          <a:xfrm flipH="1">
            <a:off x="2076202" y="1374276"/>
            <a:ext cx="7324426" cy="3883523"/>
            <a:chOff x="252031" y="-22763"/>
            <a:chExt cx="7324426" cy="7269964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DC96296-0FBF-47A5-9D6A-5D9BB647A4D7}"/>
                </a:ext>
              </a:extLst>
            </p:cNvPr>
            <p:cNvSpPr/>
            <p:nvPr userDrawn="1"/>
          </p:nvSpPr>
          <p:spPr>
            <a:xfrm>
              <a:off x="979714" y="1181211"/>
              <a:ext cx="6117771" cy="6065990"/>
            </a:xfrm>
            <a:prstGeom prst="rect">
              <a:avLst/>
            </a:prstGeom>
            <a:gradFill>
              <a:gsLst>
                <a:gs pos="0">
                  <a:srgbClr val="038B30">
                    <a:alpha val="70000"/>
                  </a:srgbClr>
                </a:gs>
                <a:gs pos="100000">
                  <a:srgbClr val="C0F400">
                    <a:alpha val="70000"/>
                  </a:srgbClr>
                </a:gs>
                <a:gs pos="50000">
                  <a:srgbClr val="05EE55">
                    <a:alpha val="70000"/>
                  </a:srgb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997D03F-0BE2-458F-92A2-4FE73B0FBF51}"/>
                </a:ext>
              </a:extLst>
            </p:cNvPr>
            <p:cNvSpPr/>
            <p:nvPr userDrawn="1"/>
          </p:nvSpPr>
          <p:spPr>
            <a:xfrm>
              <a:off x="500743" y="-22763"/>
              <a:ext cx="7075714" cy="5878284"/>
            </a:xfrm>
            <a:prstGeom prst="rect">
              <a:avLst/>
            </a:prstGeom>
            <a:noFill/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3F17719-10FE-433E-9CCC-4509DE17F22A}"/>
                </a:ext>
              </a:extLst>
            </p:cNvPr>
            <p:cNvSpPr/>
            <p:nvPr userDrawn="1"/>
          </p:nvSpPr>
          <p:spPr>
            <a:xfrm>
              <a:off x="252031" y="655467"/>
              <a:ext cx="6475341" cy="5701790"/>
            </a:xfrm>
            <a:prstGeom prst="rect">
              <a:avLst/>
            </a:prstGeom>
            <a:solidFill>
              <a:srgbClr val="2F33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E73F1A-AAF0-4EB4-8DF0-C152BD93C69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91372" y="2238426"/>
            <a:ext cx="6609256" cy="1508126"/>
          </a:xfrm>
        </p:spPr>
        <p:txBody>
          <a:bodyPr anchor="b">
            <a:normAutofit/>
          </a:bodyPr>
          <a:lstStyle>
            <a:lvl1pPr algn="ctr">
              <a:defRPr sz="44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075AE6-92D3-4205-B268-E1AD6C5901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91372" y="3838627"/>
            <a:ext cx="6609256" cy="450503"/>
          </a:xfrm>
        </p:spPr>
        <p:txBody>
          <a:bodyPr/>
          <a:lstStyle>
            <a:lvl1pPr marL="0" indent="0" algn="ctr">
              <a:buNone/>
              <a:defRPr sz="2400" spc="3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BF3BF7F-F094-497C-9310-2FE8B059E82B}"/>
              </a:ext>
            </a:extLst>
          </p:cNvPr>
          <p:cNvGrpSpPr/>
          <p:nvPr userDrawn="1"/>
        </p:nvGrpSpPr>
        <p:grpSpPr>
          <a:xfrm flipH="1" flipV="1">
            <a:off x="3581400" y="451189"/>
            <a:ext cx="5276606" cy="5768636"/>
            <a:chOff x="883522" y="408327"/>
            <a:chExt cx="5276606" cy="576863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D49E498-4E90-44A2-B49F-157DFF9E8581}"/>
                </a:ext>
              </a:extLst>
            </p:cNvPr>
            <p:cNvSpPr/>
            <p:nvPr/>
          </p:nvSpPr>
          <p:spPr>
            <a:xfrm>
              <a:off x="1808217" y="1403690"/>
              <a:ext cx="4351911" cy="4773273"/>
            </a:xfrm>
            <a:prstGeom prst="rect">
              <a:avLst/>
            </a:prstGeom>
            <a:gradFill>
              <a:gsLst>
                <a:gs pos="0">
                  <a:srgbClr val="038B30">
                    <a:alpha val="70000"/>
                  </a:srgbClr>
                </a:gs>
                <a:gs pos="100000">
                  <a:srgbClr val="C0F400">
                    <a:alpha val="70000"/>
                  </a:srgbClr>
                </a:gs>
                <a:gs pos="50000">
                  <a:srgbClr val="05EE55">
                    <a:alpha val="70000"/>
                  </a:srgb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B2D9F108-8C30-4BEC-8122-BE2632644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39938" y="1088572"/>
              <a:ext cx="4572000" cy="4572000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AB546B5-7C56-40DD-B1DF-AE850DE5FDB3}"/>
                </a:ext>
              </a:extLst>
            </p:cNvPr>
            <p:cNvSpPr/>
            <p:nvPr/>
          </p:nvSpPr>
          <p:spPr>
            <a:xfrm>
              <a:off x="883522" y="408327"/>
              <a:ext cx="4351911" cy="4773273"/>
            </a:xfrm>
            <a:prstGeom prst="rect">
              <a:avLst/>
            </a:prstGeom>
            <a:solidFill>
              <a:srgbClr val="2F33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4C30FD01-9DD8-4ECA-AC52-7C41002A9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6095" y="1742989"/>
            <a:ext cx="4351911" cy="3352800"/>
          </a:xfrm>
        </p:spPr>
        <p:txBody>
          <a:bodyPr>
            <a:normAutofit/>
          </a:bodyPr>
          <a:lstStyle>
            <a:lvl1pPr algn="ctr">
              <a:defRPr sz="4400" b="1" spc="3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5F17219-39C2-44C1-BFC9-BA0D7ACD78D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87118E-1B0A-407B-BDCE-B343BC9F92E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EC8E835-7291-427D-948E-B544E36AD12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06094" y="4127455"/>
            <a:ext cx="4351911" cy="29643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2000" cap="all" spc="600" baseline="0">
                <a:latin typeface="+mj-lt"/>
              </a:defRPr>
            </a:lvl1pPr>
          </a:lstStyle>
          <a:p>
            <a:pPr marL="228600" lvl="0" indent="-228600" algn="ctr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8000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EDCBFD0-7AE5-4346-AD3A-01F956626091}"/>
              </a:ext>
            </a:extLst>
          </p:cNvPr>
          <p:cNvSpPr/>
          <p:nvPr userDrawn="1"/>
        </p:nvSpPr>
        <p:spPr>
          <a:xfrm>
            <a:off x="4430484" y="0"/>
            <a:ext cx="2873833" cy="5426414"/>
          </a:xfrm>
          <a:prstGeom prst="rect">
            <a:avLst/>
          </a:prstGeom>
          <a:noFill/>
          <a:ln w="889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1F4A2F-9480-4E94-806C-5D65C71DF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884" y="0"/>
            <a:ext cx="3834596" cy="1124404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3A4379-5E89-42FE-AA5C-BEA0CDFCDD6F}"/>
              </a:ext>
            </a:extLst>
          </p:cNvPr>
          <p:cNvSpPr/>
          <p:nvPr userDrawn="1"/>
        </p:nvSpPr>
        <p:spPr>
          <a:xfrm>
            <a:off x="4887684" y="1431586"/>
            <a:ext cx="2873833" cy="5426414"/>
          </a:xfrm>
          <a:prstGeom prst="rect">
            <a:avLst/>
          </a:prstGeom>
          <a:gradFill>
            <a:gsLst>
              <a:gs pos="0">
                <a:srgbClr val="038B30">
                  <a:alpha val="70000"/>
                </a:srgbClr>
              </a:gs>
              <a:gs pos="100000">
                <a:srgbClr val="C0F400">
                  <a:alpha val="70000"/>
                </a:srgbClr>
              </a:gs>
              <a:gs pos="50000">
                <a:srgbClr val="05EE55">
                  <a:alpha val="7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DA028-023B-4883-9A48-70FD7A2E522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A625CC-388D-4655-BFA6-2CC4FD9E889D}"/>
              </a:ext>
            </a:extLst>
          </p:cNvPr>
          <p:cNvSpPr/>
          <p:nvPr userDrawn="1"/>
        </p:nvSpPr>
        <p:spPr>
          <a:xfrm>
            <a:off x="4659081" y="447789"/>
            <a:ext cx="2873833" cy="595795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AA6DE-6D7A-4135-8B9F-99A91527F21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20B4D13-5F10-4886-AF0F-09B6ABB5C3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1500" y="1431586"/>
            <a:ext cx="3467099" cy="436120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dirty="0"/>
            </a:lvl1pPr>
            <a:lvl2pPr>
              <a:defRPr lang="en-US" sz="1400" dirty="0"/>
            </a:lvl2pPr>
            <a:lvl3pPr>
              <a:defRPr lang="en-US" sz="1200" dirty="0"/>
            </a:lvl3pPr>
            <a:lvl4pPr>
              <a:defRPr lang="en-US" sz="1100" dirty="0"/>
            </a:lvl4pPr>
            <a:lvl5pPr>
              <a:defRPr lang="en-US" sz="1100" dirty="0"/>
            </a:lvl5pPr>
          </a:lstStyle>
          <a:p>
            <a:pPr lvl="0">
              <a:lnSpc>
                <a:spcPct val="150000"/>
              </a:lnSpc>
            </a:pPr>
            <a:r>
              <a:rPr lang="en-US"/>
              <a:t>Edit Master text styles</a:t>
            </a:r>
          </a:p>
          <a:p>
            <a:pPr lvl="1">
              <a:lnSpc>
                <a:spcPct val="15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5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5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5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EE7BCAD4-8DB6-482F-8DC0-F6D653F92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53394" y="1431586"/>
            <a:ext cx="3467106" cy="436120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dirty="0"/>
            </a:lvl1pPr>
            <a:lvl2pPr>
              <a:defRPr lang="en-US" sz="1400" dirty="0"/>
            </a:lvl2pPr>
            <a:lvl3pPr>
              <a:defRPr lang="en-US" sz="1200" dirty="0"/>
            </a:lvl3pPr>
            <a:lvl4pPr>
              <a:defRPr lang="en-US" sz="1100" dirty="0"/>
            </a:lvl4pPr>
            <a:lvl5pPr>
              <a:defRPr lang="en-US" sz="1100" dirty="0"/>
            </a:lvl5pPr>
          </a:lstStyle>
          <a:p>
            <a:pPr lvl="0">
              <a:lnSpc>
                <a:spcPct val="150000"/>
              </a:lnSpc>
            </a:pPr>
            <a:r>
              <a:rPr lang="en-US"/>
              <a:t>Edit Master text styles</a:t>
            </a:r>
          </a:p>
          <a:p>
            <a:pPr lvl="1">
              <a:lnSpc>
                <a:spcPct val="15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5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5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50000"/>
              </a:lnSpc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244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8A5A1-070F-43C9-B2D5-C557B0D72B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3882" y="1061132"/>
            <a:ext cx="3464717" cy="823912"/>
          </a:xfrm>
          <a:ln>
            <a:noFill/>
          </a:ln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CCBEC1-2F48-4E90-ADF0-BEE2B9E477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3882" y="2108201"/>
            <a:ext cx="3464717" cy="368458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600">
                <a:solidFill>
                  <a:schemeClr val="bg1"/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defRPr sz="12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defRPr sz="11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DCBFD0-7AE5-4346-AD3A-01F956626091}"/>
              </a:ext>
            </a:extLst>
          </p:cNvPr>
          <p:cNvSpPr/>
          <p:nvPr userDrawn="1"/>
        </p:nvSpPr>
        <p:spPr>
          <a:xfrm>
            <a:off x="4430484" y="0"/>
            <a:ext cx="2873833" cy="5426414"/>
          </a:xfrm>
          <a:prstGeom prst="rect">
            <a:avLst/>
          </a:prstGeom>
          <a:noFill/>
          <a:ln w="889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1F4A2F-9480-4E94-806C-5D65C71DF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884" y="0"/>
            <a:ext cx="3834596" cy="1124404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3A4379-5E89-42FE-AA5C-BEA0CDFCDD6F}"/>
              </a:ext>
            </a:extLst>
          </p:cNvPr>
          <p:cNvSpPr/>
          <p:nvPr userDrawn="1"/>
        </p:nvSpPr>
        <p:spPr>
          <a:xfrm>
            <a:off x="4887684" y="1431586"/>
            <a:ext cx="2873833" cy="5426414"/>
          </a:xfrm>
          <a:prstGeom prst="rect">
            <a:avLst/>
          </a:prstGeom>
          <a:gradFill>
            <a:gsLst>
              <a:gs pos="0">
                <a:srgbClr val="038B30">
                  <a:alpha val="70000"/>
                </a:srgbClr>
              </a:gs>
              <a:gs pos="100000">
                <a:srgbClr val="C0F400">
                  <a:alpha val="70000"/>
                </a:srgbClr>
              </a:gs>
              <a:gs pos="50000">
                <a:srgbClr val="05EE55">
                  <a:alpha val="7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DA028-023B-4883-9A48-70FD7A2E522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A625CC-388D-4655-BFA6-2CC4FD9E889D}"/>
              </a:ext>
            </a:extLst>
          </p:cNvPr>
          <p:cNvSpPr/>
          <p:nvPr userDrawn="1"/>
        </p:nvSpPr>
        <p:spPr>
          <a:xfrm>
            <a:off x="4659081" y="447789"/>
            <a:ext cx="2873833" cy="595795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AA6DE-6D7A-4135-8B9F-99A91527F21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7A78D63-E00C-4155-A5B2-B3431A09AC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153395" y="1061132"/>
            <a:ext cx="3464721" cy="823912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400" b="1" dirty="0">
                <a:latin typeface="+mj-lt"/>
              </a:defRPr>
            </a:lvl1pPr>
          </a:lstStyle>
          <a:p>
            <a:pPr marL="228600" lvl="0" indent="-228600" algn="ctr"/>
            <a:r>
              <a:rPr lang="en-US"/>
              <a:t>Edit Master text styles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60C17447-B870-4054-B568-8B6B321EC5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53394" y="2108201"/>
            <a:ext cx="3464722" cy="3684588"/>
          </a:xfrm>
        </p:spPr>
        <p:txBody>
          <a:bodyPr vert="horz" lIns="91440" tIns="45720" rIns="91440" bIns="45720" rtlCol="0">
            <a:normAutofit/>
          </a:bodyPr>
          <a:lstStyle>
            <a:lvl1pPr marL="228600" indent="-228600"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dirty="0"/>
            </a:lvl2pPr>
            <a:lvl3pPr>
              <a:defRPr lang="en-US" sz="1200" dirty="0"/>
            </a:lvl3pPr>
            <a:lvl4pPr>
              <a:defRPr lang="en-US" sz="1100" dirty="0"/>
            </a:lvl4pPr>
            <a:lvl5pPr>
              <a:defRPr lang="en-US" sz="1100" dirty="0"/>
            </a:lvl5pPr>
          </a:lstStyle>
          <a:p>
            <a:pPr marL="228600" lvl="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Edit Master text styles</a:t>
            </a:r>
          </a:p>
          <a:p>
            <a:pPr marL="228600" lvl="1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Second level</a:t>
            </a:r>
          </a:p>
          <a:p>
            <a:pPr marL="228600" lvl="2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  <a:p>
            <a:pPr marL="228600" lvl="3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Fourth level</a:t>
            </a:r>
          </a:p>
          <a:p>
            <a:pPr marL="228600" lvl="4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335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7F3105-8D8F-4FF3-9A7F-0F067BB810A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117255-8347-4647-9EA2-7ED06A73C1A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F3E8482-B43D-4B69-8645-6B735F91B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4478" y="587829"/>
            <a:ext cx="5326022" cy="527322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DDD410-5ABA-46A5-B282-F37437EFB673}"/>
              </a:ext>
            </a:extLst>
          </p:cNvPr>
          <p:cNvSpPr/>
          <p:nvPr userDrawn="1"/>
        </p:nvSpPr>
        <p:spPr>
          <a:xfrm>
            <a:off x="1159727" y="1224451"/>
            <a:ext cx="4226024" cy="5426414"/>
          </a:xfrm>
          <a:prstGeom prst="rect">
            <a:avLst/>
          </a:prstGeom>
          <a:gradFill>
            <a:gsLst>
              <a:gs pos="0">
                <a:srgbClr val="038B30">
                  <a:alpha val="70000"/>
                </a:srgbClr>
              </a:gs>
              <a:gs pos="100000">
                <a:srgbClr val="C0F400">
                  <a:alpha val="70000"/>
                </a:srgbClr>
              </a:gs>
              <a:gs pos="50000">
                <a:srgbClr val="05EE55">
                  <a:alpha val="7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BC9CBF-CF7B-4E39-9FD1-961882EC596A}"/>
              </a:ext>
            </a:extLst>
          </p:cNvPr>
          <p:cNvSpPr/>
          <p:nvPr userDrawn="1"/>
        </p:nvSpPr>
        <p:spPr>
          <a:xfrm>
            <a:off x="657060" y="698704"/>
            <a:ext cx="4473025" cy="5701790"/>
          </a:xfrm>
          <a:prstGeom prst="rect">
            <a:avLst/>
          </a:prstGeom>
          <a:solidFill>
            <a:srgbClr val="2F3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7A3D921-B9D5-42DC-9037-298968D94C95}"/>
              </a:ext>
            </a:extLst>
          </p:cNvPr>
          <p:cNvGrpSpPr/>
          <p:nvPr userDrawn="1"/>
        </p:nvGrpSpPr>
        <p:grpSpPr>
          <a:xfrm>
            <a:off x="657060" y="435124"/>
            <a:ext cx="5134751" cy="6215741"/>
            <a:chOff x="252031" y="391887"/>
            <a:chExt cx="7433283" cy="6215741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BDB1890-91F2-49FC-B0F4-3F3FF11B6A1A}"/>
                </a:ext>
              </a:extLst>
            </p:cNvPr>
            <p:cNvSpPr/>
            <p:nvPr userDrawn="1"/>
          </p:nvSpPr>
          <p:spPr>
            <a:xfrm>
              <a:off x="979713" y="1181214"/>
              <a:ext cx="6117771" cy="5426414"/>
            </a:xfrm>
            <a:prstGeom prst="rect">
              <a:avLst/>
            </a:prstGeom>
            <a:gradFill>
              <a:gsLst>
                <a:gs pos="0">
                  <a:srgbClr val="038B30">
                    <a:alpha val="70000"/>
                  </a:srgbClr>
                </a:gs>
                <a:gs pos="100000">
                  <a:srgbClr val="C0F400">
                    <a:alpha val="70000"/>
                  </a:srgbClr>
                </a:gs>
                <a:gs pos="50000">
                  <a:srgbClr val="05EE55">
                    <a:alpha val="70000"/>
                  </a:srgb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A62F937-16D4-4A6C-B247-D0A62BC6560D}"/>
                </a:ext>
              </a:extLst>
            </p:cNvPr>
            <p:cNvSpPr/>
            <p:nvPr userDrawn="1"/>
          </p:nvSpPr>
          <p:spPr>
            <a:xfrm>
              <a:off x="609600" y="391887"/>
              <a:ext cx="7075714" cy="5878284"/>
            </a:xfrm>
            <a:prstGeom prst="rect">
              <a:avLst/>
            </a:prstGeom>
            <a:noFill/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9335681-5A6F-48BE-8160-2000D0F242FB}"/>
                </a:ext>
              </a:extLst>
            </p:cNvPr>
            <p:cNvSpPr/>
            <p:nvPr userDrawn="1"/>
          </p:nvSpPr>
          <p:spPr>
            <a:xfrm>
              <a:off x="252031" y="655467"/>
              <a:ext cx="6475341" cy="5701790"/>
            </a:xfrm>
            <a:prstGeom prst="rect">
              <a:avLst/>
            </a:prstGeom>
            <a:solidFill>
              <a:srgbClr val="2F33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1E2B8D-1C12-403F-BE59-ECC565466C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546851"/>
            <a:ext cx="4101084" cy="3396749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F0F519-65FC-434F-8F2F-F778A20A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1480457"/>
            <a:ext cx="4101084" cy="979308"/>
          </a:xfrm>
        </p:spPr>
        <p:txBody>
          <a:bodyPr anchor="b"/>
          <a:lstStyle>
            <a:lvl1pPr>
              <a:defRPr sz="32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915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6FC21-A32D-44DC-BED7-08CEBB3B90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Add a Footer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A85DE8-81C6-4A53-8754-137A795CA5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66073F-5CD2-4EAC-890A-F6BB43D2B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98171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6FC21-A32D-44DC-BED7-08CEBB3B90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Add a Footer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A85DE8-81C6-4A53-8754-137A795CA5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66073F-5CD2-4EAC-890A-F6BB43D2B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58047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571B4-4133-4DE5-AD8F-A341842CBE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AC00-5FCA-4A4E-A036-2FCBDEAF17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803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27C465-B000-4905-9328-DBAB7930A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884" y="0"/>
            <a:ext cx="11000232" cy="1188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F3059-D5B9-418C-A60B-C3C8E261E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5884" y="1188720"/>
            <a:ext cx="11000232" cy="4988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7F727-48BD-4EB4-B57F-5AC03BEB1A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95884" y="646830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7166C798-72CE-4F2D-9A04-013F24A2659F}"/>
              </a:ext>
            </a:extLst>
          </p:cNvPr>
          <p:cNvSpPr/>
          <p:nvPr userDrawn="1"/>
        </p:nvSpPr>
        <p:spPr>
          <a:xfrm flipH="1">
            <a:off x="11549269" y="6356350"/>
            <a:ext cx="642731" cy="501650"/>
          </a:xfrm>
          <a:prstGeom prst="snip1Rect">
            <a:avLst/>
          </a:prstGeom>
          <a:gradFill>
            <a:gsLst>
              <a:gs pos="0">
                <a:srgbClr val="038B30">
                  <a:alpha val="70000"/>
                </a:srgbClr>
              </a:gs>
              <a:gs pos="50000">
                <a:srgbClr val="05EE55">
                  <a:alpha val="70000"/>
                </a:srgbClr>
              </a:gs>
              <a:gs pos="100000">
                <a:srgbClr val="C0F4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ACE58C5-CE1C-415B-8591-25A53FF2AE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05746"/>
            <a:ext cx="642731" cy="4078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277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51" r:id="rId4"/>
    <p:sldLayoutId id="2147483653" r:id="rId5"/>
    <p:sldLayoutId id="2147483657" r:id="rId6"/>
    <p:sldLayoutId id="2147483663" r:id="rId7"/>
    <p:sldLayoutId id="2147483669" r:id="rId8"/>
    <p:sldLayoutId id="2147483666" r:id="rId9"/>
    <p:sldLayoutId id="2147483670" r:id="rId10"/>
    <p:sldLayoutId id="2147483667" r:id="rId11"/>
    <p:sldLayoutId id="2147483668" r:id="rId12"/>
    <p:sldLayoutId id="2147483665" r:id="rId13"/>
    <p:sldLayoutId id="2147483671" r:id="rId14"/>
    <p:sldLayoutId id="2147483655" r:id="rId15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 userDrawn="1">
          <p15:clr>
            <a:srgbClr val="F26B43"/>
          </p15:clr>
        </p15:guide>
        <p15:guide id="2" pos="73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Triangular design of a roof">
            <a:extLst>
              <a:ext uri="{FF2B5EF4-FFF2-40B4-BE49-F238E27FC236}">
                <a16:creationId xmlns:a16="http://schemas.microsoft.com/office/drawing/2014/main" id="{01F590AB-1AF1-489D-B942-2800AE8629C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B6C8E487-ADDC-4F1B-A30A-BAABB4998F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015" y="0"/>
            <a:ext cx="12263015" cy="6858000"/>
          </a:xfrm>
          <a:prstGeom prst="rect">
            <a:avLst/>
          </a:prstGeom>
          <a:solidFill>
            <a:srgbClr val="2F3342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1BEC607-8474-408E-A7AC-48A065F31B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H="1">
            <a:off x="2076202" y="1308288"/>
            <a:ext cx="7324426" cy="3883523"/>
            <a:chOff x="252031" y="-22763"/>
            <a:chExt cx="7324426" cy="7269964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601E3FC-2016-4085-9A4B-A172702EAA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79714" y="1181211"/>
              <a:ext cx="6117771" cy="6065990"/>
            </a:xfrm>
            <a:prstGeom prst="rect">
              <a:avLst/>
            </a:prstGeom>
            <a:gradFill>
              <a:gsLst>
                <a:gs pos="0">
                  <a:srgbClr val="038B30">
                    <a:alpha val="70000"/>
                  </a:srgbClr>
                </a:gs>
                <a:gs pos="100000">
                  <a:srgbClr val="C0F400">
                    <a:alpha val="70000"/>
                  </a:srgbClr>
                </a:gs>
                <a:gs pos="50000">
                  <a:srgbClr val="05EE55">
                    <a:alpha val="70000"/>
                  </a:srgb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CBF662F-A198-4AD3-8EBC-0EC9A52B29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00743" y="-22763"/>
              <a:ext cx="7075714" cy="5878284"/>
            </a:xfrm>
            <a:prstGeom prst="rect">
              <a:avLst/>
            </a:prstGeom>
            <a:noFill/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42E86C5-8E5F-4620-A4FB-D1F926179D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52031" y="655467"/>
              <a:ext cx="6475341" cy="5701790"/>
            </a:xfrm>
            <a:prstGeom prst="rect">
              <a:avLst/>
            </a:prstGeom>
            <a:solidFill>
              <a:srgbClr val="2F33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7E0E8055-17FA-43CE-9F03-E712F496B7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Solid as Steel: Production Planning at Thyssenkrupp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9935280A-EBD5-4EFA-81A0-313C85F987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IIMK - DSBD Batch-1 Group 7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A351AC-5C97-4F24-B793-AACA2E8AF7E1}"/>
              </a:ext>
            </a:extLst>
          </p:cNvPr>
          <p:cNvSpPr txBox="1"/>
          <p:nvPr/>
        </p:nvSpPr>
        <p:spPr>
          <a:xfrm>
            <a:off x="1470582" y="5665853"/>
            <a:ext cx="96624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Pulkit Bansal, Vivek Jha, Deepti </a:t>
            </a:r>
            <a:r>
              <a:rPr lang="en-US" sz="2400" dirty="0" err="1">
                <a:solidFill>
                  <a:schemeClr val="bg1"/>
                </a:solidFill>
              </a:rPr>
              <a:t>Koti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Uppu</a:t>
            </a:r>
            <a:r>
              <a:rPr lang="en-US" sz="2400" dirty="0">
                <a:solidFill>
                  <a:schemeClr val="bg1"/>
                </a:solidFill>
              </a:rPr>
              <a:t> Umesh Mahesh, </a:t>
            </a:r>
            <a:r>
              <a:rPr lang="en-US" sz="2400" dirty="0" err="1">
                <a:solidFill>
                  <a:schemeClr val="bg1"/>
                </a:solidFill>
              </a:rPr>
              <a:t>Sumit</a:t>
            </a:r>
            <a:r>
              <a:rPr lang="en-US" sz="2400" dirty="0">
                <a:solidFill>
                  <a:schemeClr val="bg1"/>
                </a:solidFill>
              </a:rPr>
              <a:t> Bhandari, Subhas S, Ashish Kumar </a:t>
            </a:r>
            <a:endParaRPr lang="en-I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6210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33542F-D085-445E-BEBE-DEE6D4F79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3880" y="608775"/>
            <a:ext cx="3464717" cy="823912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DF153A6-0E4B-417F-85BB-FD8402B10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3882" y="1432686"/>
            <a:ext cx="3464717" cy="4973059"/>
          </a:xfrm>
        </p:spPr>
        <p:txBody>
          <a:bodyPr/>
          <a:lstStyle/>
          <a:p>
            <a:r>
              <a:rPr lang="en-US" dirty="0"/>
              <a:t>The actual production throughput of one of the Bochum’s production line was far behind the planned in the last 10 years. </a:t>
            </a:r>
          </a:p>
          <a:p>
            <a:r>
              <a:rPr lang="en-US" dirty="0"/>
              <a:t>The production line is constantly underperforming. </a:t>
            </a:r>
          </a:p>
          <a:p>
            <a:r>
              <a:rPr lang="en-US" dirty="0"/>
              <a:t>Unfulfilled customer orders</a:t>
            </a:r>
          </a:p>
        </p:txBody>
      </p:sp>
      <p:pic>
        <p:nvPicPr>
          <p:cNvPr id="9" name="Picture Placeholder 8" descr="Two Buildings" title="Two Buildings">
            <a:extLst>
              <a:ext uri="{FF2B5EF4-FFF2-40B4-BE49-F238E27FC236}">
                <a16:creationId xmlns:a16="http://schemas.microsoft.com/office/drawing/2014/main" id="{422CBBF4-EF67-4184-9603-EC435F55D08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483E2DD-4F96-4CE8-A9FE-FD5DF44C4CA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Group 7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EF05482-0999-42B8-A27E-59AAA26FB58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5" name="Title 14" hidden="1">
            <a:extLst>
              <a:ext uri="{FF2B5EF4-FFF2-40B4-BE49-F238E27FC236}">
                <a16:creationId xmlns:a16="http://schemas.microsoft.com/office/drawing/2014/main" id="{A9B3BD41-12E6-4E88-8CE4-3A496CEA2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174381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33542F-D085-445E-BEBE-DEE6D4F79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9608" y="391343"/>
            <a:ext cx="3464717" cy="823912"/>
          </a:xfrm>
        </p:spPr>
        <p:txBody>
          <a:bodyPr/>
          <a:lstStyle/>
          <a:p>
            <a:r>
              <a:rPr lang="en-US" dirty="0"/>
              <a:t>Manufacturing Process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483E2DD-4F96-4CE8-A9FE-FD5DF44C4CA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Group 7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EF05482-0999-42B8-A27E-59AAA26FB58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5" name="Title 14" hidden="1">
            <a:extLst>
              <a:ext uri="{FF2B5EF4-FFF2-40B4-BE49-F238E27FC236}">
                <a16:creationId xmlns:a16="http://schemas.microsoft.com/office/drawing/2014/main" id="{A9B3BD41-12E6-4E88-8CE4-3A496CEA2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19C9F32-A7B6-4DF1-A6CA-AC63D6AFB592}"/>
              </a:ext>
            </a:extLst>
          </p:cNvPr>
          <p:cNvSpPr/>
          <p:nvPr/>
        </p:nvSpPr>
        <p:spPr>
          <a:xfrm>
            <a:off x="903204" y="1477193"/>
            <a:ext cx="2706672" cy="52129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Supply of Raw material(slabs) by train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ACB73EC-E460-4F37-851A-E83E70F28B7F}"/>
              </a:ext>
            </a:extLst>
          </p:cNvPr>
          <p:cNvSpPr/>
          <p:nvPr/>
        </p:nvSpPr>
        <p:spPr>
          <a:xfrm>
            <a:off x="903204" y="2387801"/>
            <a:ext cx="2706672" cy="52129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Hot rolling mill- coiled strip with mill scale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2BD6B3D-579E-451C-BE0E-32F5B4D39C9D}"/>
              </a:ext>
            </a:extLst>
          </p:cNvPr>
          <p:cNvSpPr/>
          <p:nvPr/>
        </p:nvSpPr>
        <p:spPr>
          <a:xfrm>
            <a:off x="903204" y="3342429"/>
            <a:ext cx="2706672" cy="67338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PPL- Push Pickling Line – Uncoil - Remove scale – with hot HCl 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4231AEB-6B16-4B2D-9C1B-2581408C0A05}"/>
              </a:ext>
            </a:extLst>
          </p:cNvPr>
          <p:cNvSpPr/>
          <p:nvPr/>
        </p:nvSpPr>
        <p:spPr>
          <a:xfrm>
            <a:off x="903204" y="4420628"/>
            <a:ext cx="2706672" cy="60648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Residual Removal + Oiling against corrosion + Re-coiling</a:t>
            </a: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44E544ED-ED7C-45E1-A0DE-790476D56881}"/>
              </a:ext>
            </a:extLst>
          </p:cNvPr>
          <p:cNvSpPr/>
          <p:nvPr/>
        </p:nvSpPr>
        <p:spPr>
          <a:xfrm flipH="1">
            <a:off x="2101705" y="2937619"/>
            <a:ext cx="90262" cy="38931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148839A5-DA19-423C-9AEB-253F56603F02}"/>
              </a:ext>
            </a:extLst>
          </p:cNvPr>
          <p:cNvSpPr/>
          <p:nvPr/>
        </p:nvSpPr>
        <p:spPr>
          <a:xfrm flipH="1">
            <a:off x="2101705" y="4038734"/>
            <a:ext cx="90262" cy="38931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BCAFC6A2-8005-43AA-8916-82715EEE06C3}"/>
              </a:ext>
            </a:extLst>
          </p:cNvPr>
          <p:cNvSpPr/>
          <p:nvPr/>
        </p:nvSpPr>
        <p:spPr>
          <a:xfrm flipH="1">
            <a:off x="2110228" y="1998240"/>
            <a:ext cx="90262" cy="38931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F3C62DD-29FB-4E19-AD88-F4F240C12936}"/>
              </a:ext>
            </a:extLst>
          </p:cNvPr>
          <p:cNvSpPr/>
          <p:nvPr/>
        </p:nvSpPr>
        <p:spPr>
          <a:xfrm>
            <a:off x="952902" y="5476182"/>
            <a:ext cx="2706672" cy="60648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Supply to B2B customers</a:t>
            </a:r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A417E48B-333A-4655-9B3F-9E9572694B03}"/>
              </a:ext>
            </a:extLst>
          </p:cNvPr>
          <p:cNvSpPr/>
          <p:nvPr/>
        </p:nvSpPr>
        <p:spPr>
          <a:xfrm flipH="1">
            <a:off x="2101704" y="5042600"/>
            <a:ext cx="98785" cy="4335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Explosion: 8 Points 30">
            <a:extLst>
              <a:ext uri="{FF2B5EF4-FFF2-40B4-BE49-F238E27FC236}">
                <a16:creationId xmlns:a16="http://schemas.microsoft.com/office/drawing/2014/main" id="{ED70F8AD-44D6-4889-925F-E447DDA93712}"/>
              </a:ext>
            </a:extLst>
          </p:cNvPr>
          <p:cNvSpPr/>
          <p:nvPr/>
        </p:nvSpPr>
        <p:spPr>
          <a:xfrm>
            <a:off x="4578453" y="3025009"/>
            <a:ext cx="2045616" cy="1451728"/>
          </a:xfrm>
          <a:prstGeom prst="irregularSeal1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Pain Point!!</a:t>
            </a:r>
          </a:p>
        </p:txBody>
      </p:sp>
      <p:sp>
        <p:nvSpPr>
          <p:cNvPr id="32" name="Arrow: Left 31">
            <a:extLst>
              <a:ext uri="{FF2B5EF4-FFF2-40B4-BE49-F238E27FC236}">
                <a16:creationId xmlns:a16="http://schemas.microsoft.com/office/drawing/2014/main" id="{554B40AE-6D9B-403F-BC7F-7EAF77F7DEE7}"/>
              </a:ext>
            </a:extLst>
          </p:cNvPr>
          <p:cNvSpPr/>
          <p:nvPr/>
        </p:nvSpPr>
        <p:spPr>
          <a:xfrm>
            <a:off x="3674701" y="3390807"/>
            <a:ext cx="610768" cy="54609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36198908-057E-4958-9FD7-D68FC260F2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70910"/>
              </p:ext>
            </p:extLst>
          </p:nvPr>
        </p:nvGraphicFramePr>
        <p:xfrm>
          <a:off x="8255978" y="1413648"/>
          <a:ext cx="3614656" cy="461950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07328">
                  <a:extLst>
                    <a:ext uri="{9D8B030D-6E8A-4147-A177-3AD203B41FA5}">
                      <a16:colId xmlns:a16="http://schemas.microsoft.com/office/drawing/2014/main" val="1972908446"/>
                    </a:ext>
                  </a:extLst>
                </a:gridCol>
                <a:gridCol w="1807328">
                  <a:extLst>
                    <a:ext uri="{9D8B030D-6E8A-4147-A177-3AD203B41FA5}">
                      <a16:colId xmlns:a16="http://schemas.microsoft.com/office/drawing/2014/main" val="911266059"/>
                    </a:ext>
                  </a:extLst>
                </a:gridCol>
              </a:tblGrid>
              <a:tr h="617541">
                <a:tc>
                  <a:txBody>
                    <a:bodyPr/>
                    <a:lstStyle/>
                    <a:p>
                      <a:r>
                        <a:rPr lang="en-IN" dirty="0"/>
                        <a:t>PPL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Others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155342"/>
                  </a:ext>
                </a:extLst>
              </a:tr>
              <a:tr h="1202205">
                <a:tc>
                  <a:txBody>
                    <a:bodyPr/>
                    <a:lstStyle/>
                    <a:p>
                      <a:r>
                        <a:rPr lang="en-IN" dirty="0"/>
                        <a:t>Batch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Continuous process (Strips were welded one after the other)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0250956"/>
                  </a:ext>
                </a:extLst>
              </a:tr>
              <a:tr h="1197204">
                <a:tc>
                  <a:txBody>
                    <a:bodyPr/>
                    <a:lstStyle/>
                    <a:p>
                      <a:r>
                        <a:rPr lang="en-IN" dirty="0"/>
                        <a:t>Production downtimes due to push in problems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 production downtimes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875699"/>
                  </a:ext>
                </a:extLst>
              </a:tr>
              <a:tr h="688157">
                <a:tc>
                  <a:txBody>
                    <a:bodyPr/>
                    <a:lstStyle/>
                    <a:p>
                      <a:r>
                        <a:rPr lang="en-IN" dirty="0"/>
                        <a:t>High strength steel : thickness &gt; 7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Thickness &lt; 7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7728013"/>
                  </a:ext>
                </a:extLst>
              </a:tr>
              <a:tr h="688157">
                <a:tc>
                  <a:txBody>
                    <a:bodyPr/>
                    <a:lstStyle/>
                    <a:p>
                      <a:r>
                        <a:rPr lang="en-IN" dirty="0"/>
                        <a:t>Different steel grades (top 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Single grade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499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4073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 hidden="1">
            <a:extLst>
              <a:ext uri="{FF2B5EF4-FFF2-40B4-BE49-F238E27FC236}">
                <a16:creationId xmlns:a16="http://schemas.microsoft.com/office/drawing/2014/main" id="{A9B3BD41-12E6-4E88-8CE4-3A496CEA2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2B6BAA1-AF28-4B0E-B7FF-BAFD6E85E0A2}"/>
              </a:ext>
            </a:extLst>
          </p:cNvPr>
          <p:cNvSpPr txBox="1">
            <a:spLocks/>
          </p:cNvSpPr>
          <p:nvPr/>
        </p:nvSpPr>
        <p:spPr>
          <a:xfrm>
            <a:off x="357485" y="570452"/>
            <a:ext cx="3464717" cy="8239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Null Hypothesis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BC40249-0F40-4DD4-A39D-9CCB2A23CC1D}"/>
              </a:ext>
            </a:extLst>
          </p:cNvPr>
          <p:cNvSpPr txBox="1">
            <a:spLocks/>
          </p:cNvSpPr>
          <p:nvPr/>
        </p:nvSpPr>
        <p:spPr>
          <a:xfrm>
            <a:off x="217654" y="1394364"/>
            <a:ext cx="3464717" cy="47896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RTR Theory:</a:t>
            </a:r>
          </a:p>
          <a:p>
            <a:r>
              <a:rPr lang="en-US" dirty="0"/>
              <a:t>The lower the run time ratio, the higher the negative deviation from the plan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438620E-344A-4651-9E1E-FB0856A8C187}"/>
              </a:ext>
            </a:extLst>
          </p:cNvPr>
          <p:cNvSpPr txBox="1">
            <a:spLocks/>
          </p:cNvSpPr>
          <p:nvPr/>
        </p:nvSpPr>
        <p:spPr>
          <a:xfrm>
            <a:off x="8043472" y="802047"/>
            <a:ext cx="3464717" cy="47896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MPT Theory: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Material with a low thickness or low width carries a lower weight per meter.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It takes longer to put 1 ton of material through the PPL.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High MPT is the cause for high negative delta throughput for shifts with high RTR</a:t>
            </a:r>
          </a:p>
        </p:txBody>
      </p:sp>
    </p:spTree>
    <p:extLst>
      <p:ext uri="{BB962C8B-B14F-4D97-AF65-F5344CB8AC3E}">
        <p14:creationId xmlns:p14="http://schemas.microsoft.com/office/powerpoint/2010/main" val="1510801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33542F-D085-445E-BEBE-DEE6D4F79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9169" y="249941"/>
            <a:ext cx="3464717" cy="823912"/>
          </a:xfrm>
        </p:spPr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15" name="Title 14" hidden="1">
            <a:extLst>
              <a:ext uri="{FF2B5EF4-FFF2-40B4-BE49-F238E27FC236}">
                <a16:creationId xmlns:a16="http://schemas.microsoft.com/office/drawing/2014/main" id="{A9B3BD41-12E6-4E88-8CE4-3A496CEA2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050417-5374-4E81-9128-C7C1C6AA9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07" y="1073853"/>
            <a:ext cx="6461914" cy="47387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2BF8011-33C5-4F38-AB85-3FDC910A6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211" y="1090350"/>
            <a:ext cx="5414819" cy="246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065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33542F-D085-445E-BEBE-DEE6D4F79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9608" y="419623"/>
            <a:ext cx="3464717" cy="823912"/>
          </a:xfrm>
        </p:spPr>
        <p:txBody>
          <a:bodyPr/>
          <a:lstStyle/>
          <a:p>
            <a:r>
              <a:rPr lang="en-US" dirty="0"/>
              <a:t>Questions:</a:t>
            </a:r>
          </a:p>
        </p:txBody>
      </p:sp>
      <p:sp>
        <p:nvSpPr>
          <p:cNvPr id="15" name="Title 14" hidden="1">
            <a:extLst>
              <a:ext uri="{FF2B5EF4-FFF2-40B4-BE49-F238E27FC236}">
                <a16:creationId xmlns:a16="http://schemas.microsoft.com/office/drawing/2014/main" id="{A9B3BD41-12E6-4E88-8CE4-3A496CEA2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8C61A5-6401-4679-93FB-3CC01B084E19}"/>
              </a:ext>
            </a:extLst>
          </p:cNvPr>
          <p:cNvSpPr txBox="1"/>
          <p:nvPr/>
        </p:nvSpPr>
        <p:spPr>
          <a:xfrm>
            <a:off x="678730" y="1508289"/>
            <a:ext cx="357275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What is the average number of strips per shift? </a:t>
            </a:r>
          </a:p>
          <a:p>
            <a:r>
              <a:rPr lang="en-IN" dirty="0">
                <a:solidFill>
                  <a:schemeClr val="bg1"/>
                </a:solidFill>
              </a:rPr>
              <a:t>36.832</a:t>
            </a:r>
          </a:p>
          <a:p>
            <a:r>
              <a:rPr lang="en-IN" dirty="0">
                <a:solidFill>
                  <a:srgbClr val="92D050"/>
                </a:solidFill>
              </a:rPr>
              <a:t>~37strips/shift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2. Strip of which thickness cluster are the most common, and strips of which thickness cluster are the least common?</a:t>
            </a:r>
          </a:p>
          <a:p>
            <a:r>
              <a:rPr lang="en-IN" dirty="0">
                <a:solidFill>
                  <a:srgbClr val="92D050"/>
                </a:solidFill>
              </a:rPr>
              <a:t>Thickness 1= 32.3 %</a:t>
            </a:r>
          </a:p>
          <a:p>
            <a:r>
              <a:rPr lang="en-IN" dirty="0">
                <a:solidFill>
                  <a:srgbClr val="92D050"/>
                </a:solidFill>
              </a:rPr>
              <a:t>Thickness 2= 54.7 %</a:t>
            </a:r>
          </a:p>
          <a:p>
            <a:r>
              <a:rPr lang="en-IN" dirty="0">
                <a:solidFill>
                  <a:srgbClr val="92D050"/>
                </a:solidFill>
              </a:rPr>
              <a:t>Thickness 3= 12.9 %</a:t>
            </a:r>
          </a:p>
          <a:p>
            <a:endParaRPr lang="en-IN" dirty="0">
              <a:solidFill>
                <a:srgbClr val="92D050"/>
              </a:solidFill>
            </a:endParaRPr>
          </a:p>
          <a:p>
            <a:r>
              <a:rPr lang="en-IN" dirty="0">
                <a:solidFill>
                  <a:srgbClr val="92D050"/>
                </a:solidFill>
              </a:rPr>
              <a:t>Thickness 2 is most commonly produced strip while Thickness 3 is the least commonly produced strip. 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EE20C9-C17F-482B-B7F3-711FC139F60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1384" y="3053759"/>
            <a:ext cx="2863817" cy="2385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C26A12-2CBE-4C4D-8BA9-F64C595EA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454" y="2754589"/>
            <a:ext cx="3849868" cy="18903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86C2A9F-0369-43A3-8670-49E8CF848E3E}"/>
              </a:ext>
            </a:extLst>
          </p:cNvPr>
          <p:cNvSpPr txBox="1"/>
          <p:nvPr/>
        </p:nvSpPr>
        <p:spPr>
          <a:xfrm>
            <a:off x="8150454" y="1441498"/>
            <a:ext cx="35727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3. </a:t>
            </a:r>
            <a:r>
              <a:rPr lang="en-US" dirty="0">
                <a:solidFill>
                  <a:schemeClr val="bg1"/>
                </a:solidFill>
              </a:rPr>
              <a:t>What are the min, max, and average values of delta throughput and RTR?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4184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33542F-D085-445E-BEBE-DEE6D4F79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9608" y="419623"/>
            <a:ext cx="3464717" cy="823912"/>
          </a:xfrm>
        </p:spPr>
        <p:txBody>
          <a:bodyPr/>
          <a:lstStyle/>
          <a:p>
            <a:r>
              <a:rPr lang="en-US" dirty="0"/>
              <a:t>Questions:</a:t>
            </a:r>
          </a:p>
        </p:txBody>
      </p:sp>
      <p:sp>
        <p:nvSpPr>
          <p:cNvPr id="15" name="Title 14" hidden="1">
            <a:extLst>
              <a:ext uri="{FF2B5EF4-FFF2-40B4-BE49-F238E27FC236}">
                <a16:creationId xmlns:a16="http://schemas.microsoft.com/office/drawing/2014/main" id="{A9B3BD41-12E6-4E88-8CE4-3A496CEA2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8C61A5-6401-4679-93FB-3CC01B084E19}"/>
              </a:ext>
            </a:extLst>
          </p:cNvPr>
          <p:cNvSpPr txBox="1"/>
          <p:nvPr/>
        </p:nvSpPr>
        <p:spPr>
          <a:xfrm>
            <a:off x="679230" y="1243535"/>
            <a:ext cx="357275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4. Are there shifts during which the PPL processes strips of only steel grade 1, or of only steel grade 2, etc.?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rgbClr val="92D050"/>
                </a:solidFill>
              </a:rPr>
              <a:t>Only grades 1, 4, 5 and rest have shifts where only one grade steel is produced 100%. 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5 . </a:t>
            </a:r>
            <a:r>
              <a:rPr lang="en-US" dirty="0">
                <a:solidFill>
                  <a:schemeClr val="bg1"/>
                </a:solidFill>
              </a:rPr>
              <a:t>Can the RTR theory adequately explain the deviations from the planned production figures?</a:t>
            </a:r>
          </a:p>
          <a:p>
            <a:r>
              <a:rPr lang="en-US" dirty="0">
                <a:solidFill>
                  <a:srgbClr val="92D050"/>
                </a:solidFill>
              </a:rPr>
              <a:t>- There is a positive correlation between RTR and delta throughput.</a:t>
            </a:r>
            <a:endParaRPr lang="en-IN" dirty="0">
              <a:solidFill>
                <a:srgbClr val="92D050"/>
              </a:solidFill>
            </a:endParaRPr>
          </a:p>
          <a:p>
            <a:r>
              <a:rPr lang="en-IN" dirty="0">
                <a:solidFill>
                  <a:srgbClr val="92D050"/>
                </a:solidFill>
              </a:rPr>
              <a:t>0.556778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en-US" dirty="0">
                <a:solidFill>
                  <a:srgbClr val="92D050"/>
                </a:solidFill>
              </a:rPr>
              <a:t>The linear regression model shows a positive correlation between the RTR and delta throughput.</a:t>
            </a:r>
          </a:p>
          <a:p>
            <a:r>
              <a:rPr lang="en-US" dirty="0">
                <a:solidFill>
                  <a:srgbClr val="92D050"/>
                </a:solidFill>
              </a:rPr>
              <a:t>When a shift is run efficiently without any production issues, the delta throughput is high. </a:t>
            </a:r>
            <a:endParaRPr lang="en-IN" dirty="0">
              <a:solidFill>
                <a:srgbClr val="92D05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6C2A9F-0369-43A3-8670-49E8CF848E3E}"/>
              </a:ext>
            </a:extLst>
          </p:cNvPr>
          <p:cNvSpPr txBox="1"/>
          <p:nvPr/>
        </p:nvSpPr>
        <p:spPr>
          <a:xfrm>
            <a:off x="8150454" y="1441498"/>
            <a:ext cx="357275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92D050"/>
                </a:solidFill>
              </a:rPr>
              <a:t>Residuals:</a:t>
            </a:r>
          </a:p>
          <a:p>
            <a:r>
              <a:rPr lang="en-IN" dirty="0">
                <a:solidFill>
                  <a:srgbClr val="92D050"/>
                </a:solidFill>
              </a:rPr>
              <a:t>  Min      1Q  Median      3Q     Max -823.70 -130.00    1.61  118.48  585.88 </a:t>
            </a:r>
          </a:p>
          <a:p>
            <a:endParaRPr lang="en-IN" dirty="0">
              <a:solidFill>
                <a:srgbClr val="92D050"/>
              </a:solidFill>
            </a:endParaRPr>
          </a:p>
          <a:p>
            <a:r>
              <a:rPr lang="en-IN" dirty="0">
                <a:solidFill>
                  <a:srgbClr val="92D050"/>
                </a:solidFill>
              </a:rPr>
              <a:t>Multiple R-squared:   0.31,</a:t>
            </a:r>
          </a:p>
          <a:p>
            <a:r>
              <a:rPr lang="en-IN" dirty="0">
                <a:solidFill>
                  <a:srgbClr val="92D050"/>
                </a:solidFill>
              </a:rPr>
              <a:t>Adjusted R-squared:  0.3086 </a:t>
            </a:r>
          </a:p>
          <a:p>
            <a:r>
              <a:rPr lang="en-IN" dirty="0">
                <a:solidFill>
                  <a:srgbClr val="92D050"/>
                </a:solidFill>
              </a:rPr>
              <a:t>F-statistic: 223.7 on 1 and 498 DF,  </a:t>
            </a:r>
            <a:r>
              <a:rPr lang="en-IN" b="1" dirty="0">
                <a:solidFill>
                  <a:srgbClr val="92D050"/>
                </a:solidFill>
              </a:rPr>
              <a:t>p-value: &lt; 2.2e-16</a:t>
            </a:r>
          </a:p>
          <a:p>
            <a:endParaRPr lang="en-US" dirty="0">
              <a:solidFill>
                <a:srgbClr val="92D050"/>
              </a:solidFill>
            </a:endParaRPr>
          </a:p>
          <a:p>
            <a:endParaRPr lang="en-IN" dirty="0">
              <a:solidFill>
                <a:srgbClr val="92D050"/>
              </a:solidFill>
            </a:endParaRPr>
          </a:p>
          <a:p>
            <a:endParaRPr lang="en-IN" dirty="0">
              <a:solidFill>
                <a:srgbClr val="92D050"/>
              </a:solidFill>
            </a:endParaRPr>
          </a:p>
          <a:p>
            <a:r>
              <a:rPr lang="en-IN" dirty="0">
                <a:solidFill>
                  <a:srgbClr val="92D050"/>
                </a:solidFill>
              </a:rPr>
              <a:t>p-value model is &lt; 2.2e-16, very small. </a:t>
            </a:r>
          </a:p>
          <a:p>
            <a:r>
              <a:rPr lang="en-IN" dirty="0">
                <a:solidFill>
                  <a:srgbClr val="92D050"/>
                </a:solidFill>
              </a:rPr>
              <a:t>A very small p-value means the rejection of the null hypothesis in favour of the alternative hypothesis.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694D3E-FACA-4DAB-8ACB-DE84E3AC9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89" y="2118289"/>
            <a:ext cx="3583553" cy="28937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4C99B5-23D9-4D34-985F-418A1F083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795" y="5363304"/>
            <a:ext cx="3390409" cy="8133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80F85C-DEB3-4EA1-94D8-7696A9950C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8479" y="4151573"/>
            <a:ext cx="4105366" cy="506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792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33542F-D085-445E-BEBE-DEE6D4F79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9608" y="419623"/>
            <a:ext cx="3464717" cy="823912"/>
          </a:xfrm>
        </p:spPr>
        <p:txBody>
          <a:bodyPr/>
          <a:lstStyle/>
          <a:p>
            <a:r>
              <a:rPr lang="en-US" dirty="0"/>
              <a:t>Questions:</a:t>
            </a:r>
          </a:p>
        </p:txBody>
      </p:sp>
      <p:sp>
        <p:nvSpPr>
          <p:cNvPr id="15" name="Title 14" hidden="1">
            <a:extLst>
              <a:ext uri="{FF2B5EF4-FFF2-40B4-BE49-F238E27FC236}">
                <a16:creationId xmlns:a16="http://schemas.microsoft.com/office/drawing/2014/main" id="{A9B3BD41-12E6-4E88-8CE4-3A496CEA2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8C61A5-6401-4679-93FB-3CC01B084E19}"/>
              </a:ext>
            </a:extLst>
          </p:cNvPr>
          <p:cNvSpPr txBox="1"/>
          <p:nvPr/>
        </p:nvSpPr>
        <p:spPr>
          <a:xfrm>
            <a:off x="679230" y="1243535"/>
            <a:ext cx="357275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6. Is the MPT theory sufficient to explain the deviations? Explain why or why not.</a:t>
            </a:r>
          </a:p>
          <a:p>
            <a:r>
              <a:rPr lang="en-US" dirty="0">
                <a:solidFill>
                  <a:srgbClr val="92D050"/>
                </a:solidFill>
              </a:rPr>
              <a:t>We can say that if the MPT increases, the negative deviation is higher. </a:t>
            </a:r>
          </a:p>
          <a:p>
            <a:endParaRPr lang="en-US" dirty="0">
              <a:solidFill>
                <a:srgbClr val="92D050"/>
              </a:solidFill>
            </a:endParaRPr>
          </a:p>
          <a:p>
            <a:endParaRPr lang="en-US" dirty="0">
              <a:solidFill>
                <a:srgbClr val="92D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611E3C-38DF-4786-A3C2-FF0C1CA69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08" y="3203067"/>
            <a:ext cx="3824567" cy="3487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1D633B-CFBC-4C5C-9F50-0705E5E0A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34" y="3768955"/>
            <a:ext cx="3609606" cy="29147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3D95F9-C227-4067-BF37-6CDA4BC3DB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611" y="677616"/>
            <a:ext cx="6370262" cy="230832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287F9AC-AF35-4B6D-B19D-22B85BE9FD23}"/>
              </a:ext>
            </a:extLst>
          </p:cNvPr>
          <p:cNvSpPr txBox="1"/>
          <p:nvPr/>
        </p:nvSpPr>
        <p:spPr>
          <a:xfrm>
            <a:off x="8099907" y="3768955"/>
            <a:ext cx="35727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92D050"/>
                </a:solidFill>
              </a:rPr>
              <a:t>R-squared = 0.445 </a:t>
            </a:r>
          </a:p>
          <a:p>
            <a:endParaRPr lang="en-IN" dirty="0">
              <a:solidFill>
                <a:srgbClr val="92D050"/>
              </a:solidFill>
            </a:endParaRPr>
          </a:p>
          <a:p>
            <a:r>
              <a:rPr lang="en-IN" dirty="0">
                <a:solidFill>
                  <a:srgbClr val="92D050"/>
                </a:solidFill>
              </a:rPr>
              <a:t>Though MPT is not the best fit of the model to the data but it also explains the variability in the Delta Throughput due to other parameters. </a:t>
            </a:r>
          </a:p>
        </p:txBody>
      </p:sp>
    </p:spTree>
    <p:extLst>
      <p:ext uri="{BB962C8B-B14F-4D97-AF65-F5344CB8AC3E}">
        <p14:creationId xmlns:p14="http://schemas.microsoft.com/office/powerpoint/2010/main" val="963387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Triangular design ceiling">
            <a:extLst>
              <a:ext uri="{FF2B5EF4-FFF2-40B4-BE49-F238E27FC236}">
                <a16:creationId xmlns:a16="http://schemas.microsoft.com/office/drawing/2014/main" id="{ECE6809B-9586-4FFC-9D20-26C51CA9653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B6C8E487-ADDC-4F1B-A30A-BAABB4998F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5508" y="20298"/>
            <a:ext cx="12192000" cy="6858000"/>
          </a:xfrm>
          <a:prstGeom prst="rect">
            <a:avLst/>
          </a:prstGeom>
          <a:solidFill>
            <a:srgbClr val="2F3342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1BEC607-8474-408E-A7AC-48A065F31B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H="1">
            <a:off x="2076202" y="1374276"/>
            <a:ext cx="7324426" cy="3883523"/>
            <a:chOff x="252031" y="-22763"/>
            <a:chExt cx="7324426" cy="7269964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601E3FC-2016-4085-9A4B-A172702EAA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79714" y="1181211"/>
              <a:ext cx="6117771" cy="6065990"/>
            </a:xfrm>
            <a:prstGeom prst="rect">
              <a:avLst/>
            </a:prstGeom>
            <a:gradFill>
              <a:gsLst>
                <a:gs pos="0">
                  <a:srgbClr val="038B30">
                    <a:alpha val="70000"/>
                  </a:srgbClr>
                </a:gs>
                <a:gs pos="100000">
                  <a:srgbClr val="C0F400">
                    <a:alpha val="70000"/>
                  </a:srgbClr>
                </a:gs>
                <a:gs pos="50000">
                  <a:srgbClr val="05EE55">
                    <a:alpha val="70000"/>
                  </a:srgb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CBF662F-A198-4AD3-8EBC-0EC9A52B29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00743" y="-22763"/>
              <a:ext cx="7075714" cy="5878284"/>
            </a:xfrm>
            <a:prstGeom prst="rect">
              <a:avLst/>
            </a:prstGeom>
            <a:noFill/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42E86C5-8E5F-4620-A4FB-D1F926179D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52031" y="655467"/>
              <a:ext cx="6475341" cy="5701790"/>
            </a:xfrm>
            <a:prstGeom prst="rect">
              <a:avLst/>
            </a:prstGeom>
            <a:solidFill>
              <a:srgbClr val="2F33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7E0E8055-17FA-43CE-9F03-E712F496B7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dirty="0"/>
              <a:t>THANK YOU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3E9BAE4F-16CE-4F5D-9BC7-2CB992790F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Group 7</a:t>
            </a:r>
          </a:p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FE3A4F2-29CE-4C57-A172-6A0D63EFD70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95884" y="6468303"/>
            <a:ext cx="4114800" cy="365125"/>
          </a:xfrm>
        </p:spPr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5" name="Rectangle: Single Corner Snipped 24" descr="Footer accent box">
            <a:extLst>
              <a:ext uri="{FF2B5EF4-FFF2-40B4-BE49-F238E27FC236}">
                <a16:creationId xmlns:a16="http://schemas.microsoft.com/office/drawing/2014/main" id="{ADA66B68-D364-4C11-9AA9-052CEAC914E1}"/>
              </a:ext>
            </a:extLst>
          </p:cNvPr>
          <p:cNvSpPr/>
          <p:nvPr/>
        </p:nvSpPr>
        <p:spPr>
          <a:xfrm flipH="1">
            <a:off x="11549269" y="6356350"/>
            <a:ext cx="642731" cy="501650"/>
          </a:xfrm>
          <a:prstGeom prst="snip1Rect">
            <a:avLst/>
          </a:prstGeom>
          <a:gradFill>
            <a:gsLst>
              <a:gs pos="0">
                <a:srgbClr val="038B30">
                  <a:alpha val="70000"/>
                </a:srgbClr>
              </a:gs>
              <a:gs pos="50000">
                <a:srgbClr val="05EE55">
                  <a:alpha val="70000"/>
                </a:srgbClr>
              </a:gs>
              <a:gs pos="100000">
                <a:srgbClr val="C0F4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7B17F9E2-0E31-4010-80D8-F343F24E6E1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8C2E478F-E849-4A8C-AF1F-CBCC78A7CBFA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78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0F400"/>
      </a:accent1>
      <a:accent2>
        <a:srgbClr val="05D74D"/>
      </a:accent2>
      <a:accent3>
        <a:srgbClr val="2F3342"/>
      </a:accent3>
      <a:accent4>
        <a:srgbClr val="038B30"/>
      </a:accent4>
      <a:accent5>
        <a:srgbClr val="05EE55"/>
      </a:accent5>
      <a:accent6>
        <a:srgbClr val="70AD47"/>
      </a:accent6>
      <a:hlink>
        <a:srgbClr val="05D74D"/>
      </a:hlink>
      <a:folHlink>
        <a:srgbClr val="C0F400"/>
      </a:folHlink>
    </a:clrScheme>
    <a:fontScheme name="Custom 5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4357351_Dark modernist presentation_mlw -v2" id="{02C8D846-7DC8-4EFF-94D8-823DF779E3A7}" vid="{402D83F6-A512-43E7-B905-390BB489C07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7f9b5e87859ce6d7eedbdc6e4e4205c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5e0075ee7624d6a846e01eb6183742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71340EA-4D3D-470F-B5D6-C0F62307940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26A0F1FB-B1B3-48EC-BFEE-FC0094A34C2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B834546-CF5A-40F0-B105-33C88EC059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Dark modernist presentation</Template>
  <TotalTime>0</TotalTime>
  <Words>579</Words>
  <Application>Microsoft Office PowerPoint</Application>
  <PresentationFormat>Widescreen</PresentationFormat>
  <Paragraphs>85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Solid as Steel: Production Planning at Thyssenkrupp</vt:lpstr>
      <vt:lpstr>Title</vt:lpstr>
      <vt:lpstr>Title</vt:lpstr>
      <vt:lpstr>Title</vt:lpstr>
      <vt:lpstr>Title</vt:lpstr>
      <vt:lpstr>Title</vt:lpstr>
      <vt:lpstr>Title</vt:lpstr>
      <vt:lpstr>Title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2024-03-16T18:05:28Z</dcterms:created>
  <dcterms:modified xsi:type="dcterms:W3CDTF">2024-03-27T17:55:35Z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